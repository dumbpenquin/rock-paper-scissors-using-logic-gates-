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06036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6762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7260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50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5336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5442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393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1205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5626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6625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5763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2317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9195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7878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1750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2559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11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 b="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29" name="Google Shape;29;p2"/>
          <p:cNvCxnSpPr/>
          <p:nvPr/>
        </p:nvCxnSpPr>
        <p:spPr>
          <a:xfrm>
            <a:off x="1207658" y="4485132"/>
            <a:ext cx="98754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16" y="0"/>
            <a:ext cx="46542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643466" y="786383"/>
            <a:ext cx="35175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5458984" y="812799"/>
            <a:ext cx="5928300" cy="52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2"/>
          </p:nvPr>
        </p:nvSpPr>
        <p:spPr>
          <a:xfrm>
            <a:off x="643465" y="3043050"/>
            <a:ext cx="3517500" cy="30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dt" idx="10"/>
          </p:nvPr>
        </p:nvSpPr>
        <p:spPr>
          <a:xfrm>
            <a:off x="643464" y="6446520"/>
            <a:ext cx="3517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ftr" idx="11"/>
          </p:nvPr>
        </p:nvSpPr>
        <p:spPr>
          <a:xfrm>
            <a:off x="5458983" y="6446520"/>
            <a:ext cx="533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45" name="Google Shape;45;p4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4639800" cy="3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2"/>
          </p:nvPr>
        </p:nvSpPr>
        <p:spPr>
          <a:xfrm>
            <a:off x="6515944" y="2120900"/>
            <a:ext cx="4639800" cy="3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1097280" y="2057400"/>
            <a:ext cx="46398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1097280" y="2958274"/>
            <a:ext cx="4639800" cy="29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3"/>
          </p:nvPr>
        </p:nvSpPr>
        <p:spPr>
          <a:xfrm>
            <a:off x="6515944" y="2057400"/>
            <a:ext cx="46398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body" idx="4"/>
          </p:nvPr>
        </p:nvSpPr>
        <p:spPr>
          <a:xfrm>
            <a:off x="6515944" y="2958273"/>
            <a:ext cx="4639800" cy="29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4578350"/>
            <a:ext cx="12188700" cy="2279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2000" cy="457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1097279" y="4799362"/>
            <a:ext cx="10113600" cy="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body" idx="1"/>
          </p:nvPr>
        </p:nvSpPr>
        <p:spPr>
          <a:xfrm>
            <a:off x="1097279" y="5715000"/>
            <a:ext cx="10113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1"/>
          </p:nvPr>
        </p:nvSpPr>
        <p:spPr>
          <a:xfrm rot="5400000">
            <a:off x="4246080" y="-1040599"/>
            <a:ext cx="37608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 rot="5400000">
            <a:off x="7159350" y="1977852"/>
            <a:ext cx="57600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 rot="5400000">
            <a:off x="1825350" y="-574848"/>
            <a:ext cx="57600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sz="4700" b="0" i="0" u="none" strike="noStrike" cap="non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492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sz="1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"/>
          <p:cNvCxnSpPr/>
          <p:nvPr/>
        </p:nvCxnSpPr>
        <p:spPr>
          <a:xfrm>
            <a:off x="1193532" y="1897380"/>
            <a:ext cx="99669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</a:pPr>
            <a:r>
              <a:rPr lang="en-US"/>
              <a:t>LCD PROJECT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GROUP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</a:pPr>
            <a:r>
              <a:rPr lang="en-US"/>
              <a:t>TOPIC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A WAY TO PLAY ROCK PAPER SCISSORS FOR 2 PLAYER WITH SCORE BOARD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Introduction				</a:t>
            </a:r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This project implements a two-player Rock–Paper–Scissors game entirely using digital logic circuits without the use of microprocessors, demonstrating practical applications of combinational and sequential logic concepts from the syllabus.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What is rock paper scissors?</a:t>
            </a:r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4639800" cy="3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06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 b="0" i="0"/>
              <a:t>Rock paper scissors is a simple hand game played by two people where each player simultaneously forms one of three shapes with their hand: rock (a closed fist), paper (a flat hand), or scissors (two extended fingers). The rules are: rock crushes scissors, scissors cuts paper, and paper covers rock. The game is often used to make decisions, as the winner of each round is clear.  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  <p:pic>
        <p:nvPicPr>
          <p:cNvPr id="144" name="Google Shape;144;p17" descr="A diagram of a game&#10;&#10;Description automatically generated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98032" y="2120900"/>
            <a:ext cx="4275900" cy="37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OBJECTIVES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097280" y="2109761"/>
            <a:ext cx="10058400" cy="3757760"/>
            <a:chOff x="0" y="1560"/>
            <a:chExt cx="10058400" cy="3757760"/>
          </a:xfrm>
        </p:grpSpPr>
        <p:sp>
          <p:nvSpPr>
            <p:cNvPr id="151" name="Google Shape;151;p18"/>
            <p:cNvSpPr/>
            <p:nvPr/>
          </p:nvSpPr>
          <p:spPr>
            <a:xfrm>
              <a:off x="0" y="1560"/>
              <a:ext cx="10058400" cy="791100"/>
            </a:xfrm>
            <a:prstGeom prst="roundRect">
              <a:avLst>
                <a:gd name="adj" fmla="val 10000"/>
              </a:avLst>
            </a:prstGeom>
            <a:solidFill>
              <a:srgbClr val="F5D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239310" y="179560"/>
              <a:ext cx="435000" cy="435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913731" y="1560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913731" y="1560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725" tIns="83725" rIns="83725" bIns="83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Franklin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1. To design and implement a two-player Rock–Paper–Scissors game entirely using digital logic circuits, without any microprocessor or microcontroller.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</a:br>
              <a:endPara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0" y="990447"/>
              <a:ext cx="10058400" cy="791100"/>
            </a:xfrm>
            <a:prstGeom prst="roundRect">
              <a:avLst>
                <a:gd name="adj" fmla="val 10000"/>
              </a:avLst>
            </a:prstGeom>
            <a:solidFill>
              <a:srgbClr val="F5D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239310" y="1168447"/>
              <a:ext cx="435000" cy="435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913731" y="990447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913731" y="990447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725" tIns="83725" rIns="83725" bIns="83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Franklin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2. To apply combinational and sequential logic concepts learned in the syllabus for a real-time interactive system.</a:t>
              </a:r>
              <a:endPara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0" y="1979334"/>
              <a:ext cx="10058400" cy="791100"/>
            </a:xfrm>
            <a:prstGeom prst="roundRect">
              <a:avLst>
                <a:gd name="adj" fmla="val 10000"/>
              </a:avLst>
            </a:prstGeom>
            <a:solidFill>
              <a:srgbClr val="F5D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239310" y="2157333"/>
              <a:ext cx="435000" cy="435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913731" y="1979334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913731" y="1979334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725" tIns="83725" rIns="83725" bIns="83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Franklin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3. To develop a combinational logic circuit using AND, OR, and NOT gates for determining the round outcome.</a:t>
              </a:r>
              <a:endPara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0" y="2968220"/>
              <a:ext cx="10058400" cy="791100"/>
            </a:xfrm>
            <a:prstGeom prst="roundRect">
              <a:avLst>
                <a:gd name="adj" fmla="val 10000"/>
              </a:avLst>
            </a:prstGeom>
            <a:solidFill>
              <a:srgbClr val="F5DF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239310" y="3146220"/>
              <a:ext cx="435000" cy="435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913731" y="2968220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913731" y="2968220"/>
              <a:ext cx="9144600" cy="7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725" tIns="83725" rIns="83725" bIns="83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Franklin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4. To incorporate sequential control logic for managing game flow, round limitation, and system reset functions</a:t>
              </a:r>
              <a:endPara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1096963" y="2125054"/>
            <a:ext cx="10058400" cy="3727230"/>
            <a:chOff x="0" y="16854"/>
            <a:chExt cx="10058400" cy="3727230"/>
          </a:xfrm>
        </p:grpSpPr>
        <p:sp>
          <p:nvSpPr>
            <p:cNvPr id="168" name="Google Shape;168;p18"/>
            <p:cNvSpPr/>
            <p:nvPr/>
          </p:nvSpPr>
          <p:spPr>
            <a:xfrm>
              <a:off x="0" y="16854"/>
              <a:ext cx="10058400" cy="895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43693" y="60547"/>
              <a:ext cx="99711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1. To design and implement a two-player Rock–Paper–Scissors game entirely using digital logic circuits, without any microprocessor or microcontroller.</a:t>
              </a:r>
              <a:br>
                <a:rPr lang="en-US" sz="1700" b="0" i="0" u="none" strike="noStrike" cap="non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</a:br>
              <a:endParaRPr sz="17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0" y="960864"/>
              <a:ext cx="10058400" cy="895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43693" y="1004557"/>
              <a:ext cx="99711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2. To apply combinational and sequential logic concepts learned in the syllabus for a real-time interactive system.</a:t>
              </a:r>
              <a:endParaRPr sz="17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0" y="1904874"/>
              <a:ext cx="10058400" cy="895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43693" y="1948567"/>
              <a:ext cx="99711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3. To develop a combinational logic circuit using AND, OR, and NOT gates for determining the round outcome.</a:t>
              </a:r>
              <a:endParaRPr sz="17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0" y="2848884"/>
              <a:ext cx="10058400" cy="895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43693" y="2892577"/>
              <a:ext cx="99711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ibre Franklin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4. To incorporate sequential control logic for managing game flow, round limitation, and system reset functions</a:t>
              </a:r>
              <a:endParaRPr sz="17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WORKING</a:t>
            </a:r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body" idx="1"/>
          </p:nvPr>
        </p:nvSpPr>
        <p:spPr>
          <a:xfrm>
            <a:off x="1097281" y="2280486"/>
            <a:ext cx="10058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Player Input: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player selects their choice—Rock, Paper, or Scissors—using individual switches or buttons.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2.Combinational Logic for Decision Making: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inputs from both players are fed into a combinational logic circuit constructed with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AND, OR, and NOT gates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logic circuit compares the choices of the two players and determines the outcome of the round: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Win: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Player 1 beats Player 2 (or vice versa)</a:t>
            </a:r>
            <a:endParaRPr/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Tie: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Both players choose the same option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942108" y="508894"/>
            <a:ext cx="7315200" cy="53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Sequential Logic for Scorekeeping and Display: functions of CD4026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       1 Counting (Sequential Logic Function)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Each CD4026 contains a </a:t>
            </a:r>
            <a:r>
              <a:rPr lang="en-US"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decade counter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(counts 0–9) built from internal </a:t>
            </a:r>
            <a:r>
              <a:rPr lang="en-US"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flip-flops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 this project, this counting action is used to: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Keep track of rounds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(for example, up to 3 or 6, depending on the mode switch), or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Display each player’s score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as the game progresses.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Every time a player wins a round, a clock pulse is sent to that player’s CD4026 input pin (CLK), incrementing the count by 1.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         2 Decoding and Display Driving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CD4026 also includes a </a:t>
            </a:r>
            <a:r>
              <a:rPr lang="en-US"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BCD (binary-coded decimal) to 7-segment decoder/driver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means it automatically converts the binary counter value into the correct signals (a–g) to light up the 7-segment display.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/>
        </p:nvSpPr>
        <p:spPr>
          <a:xfrm>
            <a:off x="1080655" y="889844"/>
            <a:ext cx="80634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Signal Processing and Decision ICs: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CD4073 (AND gates) and CD4069 (NOT gates)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employed to process signals from the switches and generate the correct outcome signals.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ICs handle all intermediate logic operations to ensure accurate and immediate response.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Outputs from logic circuit are fed to counter to read the score of each player.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ode selecter decides, with the help of user input, after how many rounds the game should be reset.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Gameplay Flow: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sequential circuit updates the score and displays it on the respective 7-segment displays.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both players have made their selections, the combinational logic instantly determines the result.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continues until a predefined number of rounds(3 or 6) are completed.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2" descr="A circuit board with wires and not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/>
        </p:nvSpPr>
        <p:spPr>
          <a:xfrm>
            <a:off x="3366868" y="5809957"/>
            <a:ext cx="545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Game logic circuit</a:t>
            </a:r>
            <a:endParaRPr sz="2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02" name="Google Shape;202;p23" descr="A circuit board with wir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500063"/>
            <a:ext cx="8725961" cy="5169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 descr="A circuit board with wires and a tim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9818" y="154746"/>
            <a:ext cx="5510119" cy="504861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2789819" y="5317161"/>
            <a:ext cx="53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Counter and mode selecter circuit</a:t>
            </a:r>
            <a:endParaRPr sz="2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Components used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1097280" y="2208628"/>
            <a:ext cx="44679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91440" lvl="0" indent="-11160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1. CD4026 – Decade Counter/Divider IC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2. CD4073 – Quad 2-Input AND Gate IC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3. CD4073 – Triple 3-Input AND Gate IC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4. HCF4075 – Triple 3-Input OR Gate IC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5. CD4069 – Hex Inverter IC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6. Momentary Push Buttons (Tactile Switches)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7. Toggle Switch (2-Pin ON–OFF, 3-Pin ON-ON)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4"/>
          </p:nvPr>
        </p:nvSpPr>
        <p:spPr>
          <a:xfrm>
            <a:off x="6626780" y="2208627"/>
            <a:ext cx="46398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11160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8. 7-Segment LED Display (Common Cathode)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9. 470 Ω Resistor (Current limiter)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10. 47 kΩ Resistor (Pull down resister)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11. 100 nF Ceramic Capacitor (decoupling (or bypass) capacitor)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12. 1 µF Electrolytic Capacitor (To debounce)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13. Breadboard </a:t>
            </a:r>
            <a:endParaRPr/>
          </a:p>
          <a:p>
            <a:pPr marL="91440" lvl="0" indent="-111601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14. Wires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900545" y="-403259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SCHEMATIC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1371600" y="5680364"/>
            <a:ext cx="536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Schematic diagram of game logic</a:t>
            </a:r>
            <a:endParaRPr/>
          </a:p>
        </p:txBody>
      </p:sp>
      <p:pic>
        <p:nvPicPr>
          <p:cNvPr id="222" name="Google Shape;222;p26" descr="A diagram of a circui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26941" y="1047498"/>
            <a:ext cx="10264500" cy="44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7" descr="A diagram of a machi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64562"/>
            <a:ext cx="12191999" cy="7222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1460090" y="5840361"/>
            <a:ext cx="640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Schematic diagram of counter and mode selector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4940709" y="176981"/>
            <a:ext cx="15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Player 1</a:t>
            </a:r>
            <a:endParaRPr sz="1800">
              <a:solidFill>
                <a:srgbClr val="00B0F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4940709" y="4683027"/>
            <a:ext cx="15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Player 2</a:t>
            </a:r>
            <a:endParaRPr sz="1800">
              <a:solidFill>
                <a:srgbClr val="00B0F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5902036" y="2879574"/>
            <a:ext cx="15927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Total round</a:t>
            </a:r>
            <a:endParaRPr sz="1800">
              <a:solidFill>
                <a:srgbClr val="00B0F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643466" y="786383"/>
            <a:ext cx="35175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body" idx="1"/>
          </p:nvPr>
        </p:nvSpPr>
        <p:spPr>
          <a:xfrm>
            <a:off x="5458984" y="812799"/>
            <a:ext cx="5928300" cy="52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This project highlights how fundamental digital logic principles can be integrated to develop a fully functional, real-time interactive system. It reinforces theoretical knowledge through hands-on circuit design, deepens understanding of combinational and sequential system implementation, and illustrates the capability of logic ICs in building processor-free digital applications.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Widescreen</PresentationFormat>
  <Paragraphs>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Calibri</vt:lpstr>
      <vt:lpstr>Libre Franklin</vt:lpstr>
      <vt:lpstr>Custom</vt:lpstr>
      <vt:lpstr>LCD PROJECT</vt:lpstr>
      <vt:lpstr>TOPIC</vt:lpstr>
      <vt:lpstr>Introduction    </vt:lpstr>
      <vt:lpstr>What is rock paper scissors?</vt:lpstr>
      <vt:lpstr>OBJECTIVES</vt:lpstr>
      <vt:lpstr>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Components used</vt:lpstr>
      <vt:lpstr>SCHEMATIC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LCD PROJECT</dc:title>
  <cp:lastModifiedBy>Microsoft account</cp:lastModifiedBy>
  <cp:revision>1</cp:revision>
  <dcterms:modified xsi:type="dcterms:W3CDTF">2026-05-22T12:47:23Z</dcterms:modified>
</cp:coreProperties>
</file>